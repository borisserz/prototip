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320040" cy="41148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0"/>
            <a:ext cx="2286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BI-аналитика налогов РБ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05050"/>
                </a:solidFill>
                <a:latin typeface="Arial"/>
              </a:defRPr>
            </a:pPr>
            <a:r>
              <a:t>Синтетические данные (демо), Республика Беларусь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06.06.2026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Arial"/>
              </a:defRPr>
            </a:pPr>
            <a:r>
              <a:t>Обзор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6873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113687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  <a:latin typeface="Arial"/>
              </a:defRPr>
            </a:pPr>
            <a:r>
              <a:t>Презентация содержит обзор налоговых поступлений и задолженности по синтетическим данным Республики Беларусь за 2024 год. Использована локальная мультиагентная система (Text-to-SQL + анализ + визуализация).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Суммарные начисления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180,9 млрд Br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7953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7681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Общая задолженность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39,9 млрд Br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4427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Регионов в выборке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0901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0629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Видов налогов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Темы и повестка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8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Ключевые темы:</a:t>
            </a:r>
          </a:p>
          <a:p>
            <a:pPr>
              <a:defRPr sz="1300"/>
            </a:pPr>
            <a:r>
              <a:t>• Динамика начислений и задолженности по регионам</a:t>
            </a:r>
          </a:p>
          <a:p>
            <a:pPr>
              <a:defRPr sz="1300"/>
            </a:pPr>
            <a:r>
              <a:t>• Структура налогов по видам</a:t>
            </a:r>
          </a:p>
          <a:p>
            <a:pPr>
              <a:defRPr sz="1300"/>
            </a:pPr>
            <a:r>
              <a:t>• Рейтинг регионов по ключевым показателям</a:t>
            </a:r>
          </a:p>
          <a:p>
            <a:pPr>
              <a:spcBef>
                <a:spcPts val="1200"/>
              </a:spcBef>
              <a:defRPr sz="1400" b="1"/>
            </a:pPr>
            <a:r>
              <a:t>Рассматриваемые вопросы:</a:t>
            </a:r>
          </a:p>
          <a:p>
            <a:pPr>
              <a:defRPr sz="1200"/>
            </a:pPr>
            <a:r>
              <a:t>• Покажи сводку по начислениям по всем регионам</a:t>
            </a:r>
          </a:p>
          <a:p>
            <a:pPr>
              <a:defRPr sz="1200"/>
            </a:pPr>
            <a:r>
              <a:t>• Топ-3 региона по задолженности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г. Минск — лидер по объёму начислений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Покажи сводку по начислениям по всем регионам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9a260dfbc6_0_г_минск_лидер_по_объ_му_начислени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596128" cy="4937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90488" y="1051560"/>
          <a:ext cx="5596127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870"/>
                <a:gridCol w="2518257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Регион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Начислено, Br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г. Минск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58,6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Минская область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25 млрд Br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Брестская область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21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Гомельская область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20,1 млрд Br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Гродненская область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19,7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3840480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Ключевой вывод</a:t>
            </a:r>
          </a:p>
          <a:p>
            <a:pPr>
              <a:defRPr sz="1100">
                <a:solidFill>
                  <a:srgbClr val="3C3C3C"/>
                </a:solidFill>
              </a:defRPr>
            </a:pPr>
            <a:r>
              <a:t>г. Минск — лидер по объёму начислений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Гомельская область — лидер по задолженности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Топ-3 региона по задолженности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9a260dfbc6_1_гомельская_область_лидер_по_задолженнос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596128" cy="4937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90488" y="1051560"/>
          <a:ext cx="5596127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870"/>
                <a:gridCol w="2518257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Регион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Задолженность, Br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г. Минск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13,1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Минская область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5,5 млрд Br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Гродненская область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4,6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Брестская область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4,3 млрд Br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Гомельская область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4,3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3840480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Ключевой вывод</a:t>
            </a:r>
          </a:p>
          <a:p>
            <a:pPr>
              <a:defRPr sz="1100">
                <a:solidFill>
                  <a:srgbClr val="3C3C3C"/>
                </a:solidFill>
              </a:defRPr>
            </a:pPr>
            <a:r>
              <a:t>Гомельская область — лидер по задолженности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Ключевые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8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г. Минск обеспечивает значительную долю начислений.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Задолженность сконцентрирована в восточных областях.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НДС — доминирующий вид налога в структуре.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Наблюдается сезонный рост к концу года.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Arial"/>
              </a:defRPr>
            </a:pPr>
            <a: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6873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68735" cy="10058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1. Усилить мониторинг регионов с высокой задолженностью.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11368735" cy="10058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2. Проанализировать динамику НДС по кварталам.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