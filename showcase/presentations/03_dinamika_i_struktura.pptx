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320040" cy="41148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011680"/>
            <a:ext cx="228600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BI-аналитика налогов РБ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5050"/>
                </a:solidFill>
                <a:latin typeface="Arial"/>
              </a:defRPr>
            </a:pPr>
            <a:r>
              <a:t>Синтетические данные (демо), Республика Беларусь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06.06.2026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Обзор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113687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Arial"/>
              </a:defRPr>
            </a:pPr>
            <a:r>
              <a:t>Временной анализ налоговых показателей за 2024 год: тренды, сезонность, накопительная динамика штрафов и водопад формирования задолженности.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Суммарные начисления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180,9 млрд Br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87953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7681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Общая задолженность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39,9 млрд Br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4427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Регионов в выборке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0901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0629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Видов налогов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Темы и повестка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Ключевые темы:</a:t>
            </a:r>
          </a:p>
          <a:p>
            <a:pPr>
              <a:defRPr sz="1300"/>
            </a:pPr>
            <a:r>
              <a:t>• Месячная динамика начислений</a:t>
            </a:r>
          </a:p>
          <a:p>
            <a:pPr>
              <a:defRPr sz="1300"/>
            </a:pPr>
            <a:r>
              <a:t>• Сезонные пики и спады</a:t>
            </a:r>
          </a:p>
          <a:p>
            <a:pPr>
              <a:defRPr sz="1300"/>
            </a:pPr>
            <a:r>
              <a:t>• Структурные изменения задолженности</a:t>
            </a:r>
          </a:p>
          <a:p>
            <a:pPr>
              <a:spcBef>
                <a:spcPts val="1200"/>
              </a:spcBef>
              <a:defRPr sz="1400" b="1"/>
            </a:pPr>
            <a:r>
              <a:t>Рассматриваемые вопросы:</a:t>
            </a:r>
          </a:p>
          <a:p>
            <a:pPr>
              <a:defRPr sz="1200"/>
            </a:pPr>
            <a:r>
              <a:t>• Динамика начислений по месяцам по регионам</a:t>
            </a:r>
          </a:p>
          <a:p>
            <a:pPr>
              <a:defRPr sz="1200"/>
            </a:pPr>
            <a:r>
              <a:t>• Накопительная динамика штрафов по регионам</a:t>
            </a:r>
          </a:p>
          <a:p>
            <a:pPr>
              <a:defRPr sz="1200"/>
            </a:pPr>
            <a:r>
              <a:t>• Водопад изменений: начисления, уплата, остаток долга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Задолженность растёт к концу 2024 года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Динамика начислений по месяцам по регионам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ee92a8fd83_0_задолженность_раст_т_к_концу_2024_год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Общий восходящий тренд по всем регионам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Гомельская и Могилёвская области — выше среднего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г. Минск демонстрирует умеренную динамику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Задолженность растёт к концу 2024 года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Накопление штрафов ускоряется во II полугодии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Накопительная динамика штрафов по регионам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ee92a8fd83_1_накопление_штрафов_ускоряется_во_ii_пол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Штрафы растут быстрее в восточных областях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Пик приходится на осенние месяцы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Корреляция с уровнем задолженности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Накопление штрафов ускоряется во II полугодии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Начисления → уплата → штрафы → остаток долга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Водопад изменений: начисления, уплата, остаток долга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ee92a8fd83_2_начисления_уплата_штрафы_остаток_долг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68735" cy="3063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4187952"/>
            <a:ext cx="1136873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343400"/>
            <a:ext cx="11368735" cy="1600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Уплата существенно снижает начисленный 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738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Штрафы добавляют вторичную нагрузку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6836" y="4480560"/>
            <a:ext cx="357621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Итоговый остаток — зона контроля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  <a:latin typeface="Arial"/>
              </a:defRPr>
            </a:pPr>
            <a:r>
              <a:t>• Начисления → уплата → штрафы → остаток долга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Ключевые 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Сезонный рост начислений в Q4.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Штрафы нарастают во втором полугодии.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Уплата существенно снижает начисленный объём.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Тренд задолженности — умеренно положительный.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Рекомендации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1. Скорректировать прогнозы с учётом сезонности Q4.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2. Усилить контроль уплат в преддверии отчётных периодов.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