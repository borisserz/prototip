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320040" cy="41148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0"/>
            <a:ext cx="2286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BI-аналитика налогов РБ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05050"/>
                </a:solidFill>
                <a:latin typeface="Arial"/>
              </a:defRPr>
            </a:pPr>
            <a:r>
              <a:t>Синтетические данные (демо), Республика Беларусь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07.06.2026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Arial"/>
              </a:defRPr>
            </a:pPr>
            <a:r>
              <a:t>Обзор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6873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113687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  <a:latin typeface="Arial"/>
              </a:defRPr>
            </a:pPr>
            <a:r>
              <a:t>Комплексный аналитический отчёт: иерархия, матрицы, корреляции и сравнительный анализ по всем ключевым измерениям демо-датасета налогов РБ.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Суммарные начисления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180,9 млрд Br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87953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7681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Общая задолженность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39,9 млрд Br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4427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4155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Регионов в выборке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40901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0629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Видов налогов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Темы и повестка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8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Ключевые темы:</a:t>
            </a:r>
          </a:p>
          <a:p>
            <a:pPr>
              <a:defRPr sz="1300"/>
            </a:pPr>
            <a:r>
              <a:t>• Иерархическая структура начислений</a:t>
            </a:r>
          </a:p>
          <a:p>
            <a:pPr>
              <a:defRPr sz="1300"/>
            </a:pPr>
            <a:r>
              <a:t>• Матричный анализ НДС</a:t>
            </a:r>
          </a:p>
          <a:p>
            <a:pPr>
              <a:defRPr sz="1300"/>
            </a:pPr>
            <a:r>
              <a:t>• Корреляции и сравнения</a:t>
            </a:r>
          </a:p>
          <a:p>
            <a:pPr>
              <a:defRPr sz="1300"/>
            </a:pPr>
            <a:r>
              <a:t>• Мультиагентная аналитика</a:t>
            </a:r>
          </a:p>
          <a:p>
            <a:pPr>
              <a:spcBef>
                <a:spcPts val="1200"/>
              </a:spcBef>
              <a:defRPr sz="1400" b="1"/>
            </a:pPr>
            <a:r>
              <a:t>Рассматриваемые вопросы:</a:t>
            </a:r>
          </a:p>
          <a:p>
            <a:pPr>
              <a:defRPr sz="1200"/>
            </a:pPr>
            <a:r>
              <a:t>• Структура начислений по регионам и видам налогов</a:t>
            </a:r>
          </a:p>
          <a:p>
            <a:pPr>
              <a:defRPr sz="1200"/>
            </a:pPr>
            <a:r>
              <a:t>• Тепловая карта начислений НДС по регионам и месяцам</a:t>
            </a:r>
          </a:p>
          <a:p>
            <a:pPr>
              <a:defRPr sz="1200"/>
            </a:pPr>
            <a:r>
              <a:t>• Корреляция начислений и задолженности по регионам</a:t>
            </a:r>
          </a:p>
          <a:p>
            <a:pPr>
              <a:defRPr sz="1200"/>
            </a:pPr>
            <a:r>
              <a:t>• Начисления по налогам и регионам — группированная диаграмма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г. Минск доминирует в общем объёме начислений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Структура начислений по регионам и видам налогов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6873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s_slide_8cc6290cb1_0_г_минск_доминирует_в_общем_объ_ме_начис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6729984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24344" y="1051560"/>
            <a:ext cx="4453128" cy="4937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1504" y="1188719"/>
            <a:ext cx="41788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Инсайты</a:t>
            </a:r>
          </a:p>
          <a:p>
            <a:pPr>
              <a:spcBef>
                <a:spcPts val="4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г. Минск — крупнейший сегмент</a:t>
            </a:r>
          </a:p>
          <a:p>
            <a:pPr>
              <a:spcBef>
                <a:spcPts val="4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НДС — доминирующий вид внутри регионов</a:t>
            </a:r>
          </a:p>
          <a:p>
            <a:pPr>
              <a:spcBef>
                <a:spcPts val="4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Структура неоднородна по областям</a:t>
            </a:r>
          </a:p>
          <a:p>
            <a:pPr>
              <a:spcBef>
                <a:spcPts val="800"/>
              </a:spcBef>
              <a:defRPr sz="1300" b="1">
                <a:solidFill>
                  <a:srgbClr val="003366"/>
                </a:solidFill>
                <a:latin typeface="Arial"/>
              </a:defRPr>
            </a:pPr>
            <a:r>
              <a:t>Ключевой вывод</a:t>
            </a:r>
          </a:p>
          <a:p>
            <a:pPr>
              <a:defRPr sz="1300">
                <a:solidFill>
                  <a:srgbClr val="3C3C3C"/>
                </a:solidFill>
                <a:latin typeface="Arial"/>
              </a:defRPr>
            </a:pPr>
            <a:r>
              <a:t>г. Минск доминирует в общем объёме начислений</a:t>
            </a:r>
          </a:p>
          <a:p>
            <a:pPr>
              <a:defRPr sz="800">
                <a:solidFill>
                  <a:srgbClr val="808080"/>
                </a:solidFill>
              </a:defRPr>
            </a:pPr>
            <a:r>
              <a:t>Диаграмма: древовидная (treemap)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 | слайд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Пик начислений НДС — в конце года в г. Минске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Тепловая карта начислений НДС по регионам и месяцам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6873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s_slide_8cc6290cb1_1_пик_начислений_ндс_в_конце_года_в_г_мин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68735" cy="3063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4187952"/>
            <a:ext cx="11368735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4343400"/>
            <a:ext cx="11368735" cy="1600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Концентрация в г. Минск и Минской области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Сезонность выражена в 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6836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Слабые значения в отдельных областях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Пик начислений НДС — в конце года в г. Минске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 | слайд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Высокие начисления не всегда означают высокий долг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Корреляция начислений и задолженности по регионам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6873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s_slide_8cc6290cb1_2_высокие_начисления_не_всегда_означают_в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68735" cy="3063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4187952"/>
            <a:ext cx="11368735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4343400"/>
            <a:ext cx="11368735" cy="1600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Положительная корреляция с разбросом по регионам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Выбросы требуют отдельного анализа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6836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г. Минск — наибольшая плотность наблюдений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Высокие начисления не всегда означают высокий долг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 | слайд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НДС и подоходный налог доминируют в г. Минске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Начисления по налогам и регионам — группированная диаграмма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6873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s_slide_8cc6290cb1_3_ндс_и_подоходный_налог_доминируют_в_г_м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68735" cy="3063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4187952"/>
            <a:ext cx="11368735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4343400"/>
            <a:ext cx="11368735" cy="1600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НДС — крупнейший вид налога в большинстве регионов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г. Минск опережает области по всем основным видам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6836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Акцизы — наименьшая доля в структуре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НДС и подоходный налог доминируют в г. Минске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 | слайд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Ключевые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8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г. Минск доминирует в иерархии начислений.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НДС концентрируется в столичном регионе.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Корреляция начислений и долга не линейна.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Группированный анализ выявляет региональные различия.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Система поддерживает 12 типов визуализации.</a:t>
            </a:r>
          </a:p>
        </p:txBody>
      </p:sp>
      <p:sp>
        <p:nvSpPr>
          <p:cNvPr id="4" name="Rectangle 3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Arial"/>
              </a:defRPr>
            </a:pPr>
            <a:r>
              <a:t>Рекомендации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6873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68735" cy="100584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1. Расширить дашборд тепловыми картами по всем видам налогов.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11368735" cy="100584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2. Внедрить регулярные scatter-анализы для выявления аномалий.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291840"/>
            <a:ext cx="11368735" cy="100584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3. Использовать treemap для презентаций структуры руководству.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Arial"/>
              </a:defRPr>
            </a:pPr>
            <a:r>
              <a:t>Приложение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6873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Дополнительные материалы и диаграммы (см. основные слайды выше).</a:t>
            </a:r>
          </a:p>
        </p:txBody>
      </p:sp>
      <p:sp>
        <p:nvSpPr>
          <p:cNvPr id="4" name="Rectangle 3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 | слайд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